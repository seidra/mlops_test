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8" d="100"/>
          <a:sy n="88" d="100"/>
        </p:scale>
        <p:origin x="466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smtClean="0"/>
              <a:t>Modifiez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5980A7-FFDD-44F0-8AF2-596B66276609}" type="datetimeFigureOut">
              <a:rPr lang="fr-FR" smtClean="0"/>
              <a:t>16/07/2024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B73AE3-AD75-47F6-8BEE-FF99BE55961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288769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5980A7-FFDD-44F0-8AF2-596B66276609}" type="datetimeFigureOut">
              <a:rPr lang="fr-FR" smtClean="0"/>
              <a:t>16/07/2024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B73AE3-AD75-47F6-8BEE-FF99BE55961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476330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5980A7-FFDD-44F0-8AF2-596B66276609}" type="datetimeFigureOut">
              <a:rPr lang="fr-FR" smtClean="0"/>
              <a:t>16/07/2024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B73AE3-AD75-47F6-8BEE-FF99BE55961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504506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5980A7-FFDD-44F0-8AF2-596B66276609}" type="datetimeFigureOut">
              <a:rPr lang="fr-FR" smtClean="0"/>
              <a:t>16/07/2024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B73AE3-AD75-47F6-8BEE-FF99BE55961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203781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5980A7-FFDD-44F0-8AF2-596B66276609}" type="datetimeFigureOut">
              <a:rPr lang="fr-FR" smtClean="0"/>
              <a:t>16/07/2024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B73AE3-AD75-47F6-8BEE-FF99BE55961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05708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5980A7-FFDD-44F0-8AF2-596B66276609}" type="datetimeFigureOut">
              <a:rPr lang="fr-FR" smtClean="0"/>
              <a:t>16/07/2024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B73AE3-AD75-47F6-8BEE-FF99BE55961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960201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5980A7-FFDD-44F0-8AF2-596B66276609}" type="datetimeFigureOut">
              <a:rPr lang="fr-FR" smtClean="0"/>
              <a:t>16/07/2024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B73AE3-AD75-47F6-8BEE-FF99BE55961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899982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5980A7-FFDD-44F0-8AF2-596B66276609}" type="datetimeFigureOut">
              <a:rPr lang="fr-FR" smtClean="0"/>
              <a:t>16/07/2024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B73AE3-AD75-47F6-8BEE-FF99BE55961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803918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5980A7-FFDD-44F0-8AF2-596B66276609}" type="datetimeFigureOut">
              <a:rPr lang="fr-FR" smtClean="0"/>
              <a:t>16/07/2024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B73AE3-AD75-47F6-8BEE-FF99BE55961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731139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5980A7-FFDD-44F0-8AF2-596B66276609}" type="datetimeFigureOut">
              <a:rPr lang="fr-FR" smtClean="0"/>
              <a:t>16/07/2024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B73AE3-AD75-47F6-8BEE-FF99BE55961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63498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5980A7-FFDD-44F0-8AF2-596B66276609}" type="datetimeFigureOut">
              <a:rPr lang="fr-FR" smtClean="0"/>
              <a:t>16/07/2024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B73AE3-AD75-47F6-8BEE-FF99BE55961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456885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5980A7-FFDD-44F0-8AF2-596B66276609}" type="datetimeFigureOut">
              <a:rPr lang="fr-FR" smtClean="0"/>
              <a:t>16/07/2024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B73AE3-AD75-47F6-8BEE-FF99BE55961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490411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-scm.com/download/win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854015"/>
            <a:ext cx="9144000" cy="5572664"/>
          </a:xfrm>
        </p:spPr>
        <p:txBody>
          <a:bodyPr>
            <a:normAutofit/>
          </a:bodyPr>
          <a:lstStyle/>
          <a:p>
            <a:r>
              <a:rPr lang="fr-FR" dirty="0" smtClean="0"/>
              <a:t> </a:t>
            </a:r>
            <a:r>
              <a:rPr lang="fr-FR" b="1" dirty="0" smtClean="0"/>
              <a:t>Git Installation </a:t>
            </a:r>
          </a:p>
          <a:p>
            <a:pPr algn="l"/>
            <a:r>
              <a:rPr lang="fr-FR" b="1" dirty="0" smtClean="0"/>
              <a:t>Windows</a:t>
            </a:r>
            <a:r>
              <a:rPr lang="fr-FR" dirty="0" smtClean="0"/>
              <a:t>:</a:t>
            </a:r>
          </a:p>
          <a:p>
            <a:pPr algn="l"/>
            <a:r>
              <a:rPr lang="en-US" b="1" dirty="0" smtClean="0"/>
              <a:t>1. Download </a:t>
            </a:r>
            <a:r>
              <a:rPr lang="en-US" b="1" dirty="0"/>
              <a:t>the </a:t>
            </a:r>
            <a:r>
              <a:rPr lang="en-US" b="1" dirty="0" err="1"/>
              <a:t>Git</a:t>
            </a:r>
            <a:r>
              <a:rPr lang="en-US" b="1" dirty="0"/>
              <a:t> setup</a:t>
            </a:r>
            <a:r>
              <a:rPr lang="en-US" dirty="0"/>
              <a:t> from </a:t>
            </a:r>
            <a:r>
              <a:rPr lang="fr-FR" dirty="0" smtClean="0">
                <a:hlinkClick r:id="rId2"/>
              </a:rPr>
              <a:t>https://git-scm.com/download/win</a:t>
            </a:r>
            <a:r>
              <a:rPr lang="fr-FR" dirty="0" smtClean="0"/>
              <a:t>  </a:t>
            </a:r>
            <a:r>
              <a:rPr lang="en-US" dirty="0" smtClean="0"/>
              <a:t>based </a:t>
            </a:r>
            <a:r>
              <a:rPr lang="en-US" dirty="0"/>
              <a:t>on your computer </a:t>
            </a:r>
            <a:r>
              <a:rPr lang="en-US" dirty="0" smtClean="0"/>
              <a:t>specifications</a:t>
            </a:r>
          </a:p>
          <a:p>
            <a:pPr algn="l"/>
            <a:r>
              <a:rPr lang="en-US" b="1" dirty="0" smtClean="0"/>
              <a:t>2. Install </a:t>
            </a:r>
            <a:r>
              <a:rPr lang="en-US" b="1" dirty="0"/>
              <a:t>the setup</a:t>
            </a:r>
            <a:r>
              <a:rPr lang="en-US" dirty="0"/>
              <a:t> once it’s downloaded.</a:t>
            </a:r>
          </a:p>
          <a:p>
            <a:pPr algn="l"/>
            <a:endParaRPr lang="fr-FR" dirty="0" smtClean="0"/>
          </a:p>
          <a:p>
            <a:pPr algn="l"/>
            <a:r>
              <a:rPr lang="fr-FR" b="1" dirty="0" smtClean="0"/>
              <a:t>Linux</a:t>
            </a:r>
            <a:r>
              <a:rPr lang="fr-FR" dirty="0" smtClean="0"/>
              <a:t>  </a:t>
            </a:r>
          </a:p>
          <a:p>
            <a:pPr marL="457200" indent="-457200" algn="l">
              <a:buAutoNum type="arabicPeriod"/>
            </a:pPr>
            <a:r>
              <a:rPr lang="fr-FR" b="1" dirty="0" smtClean="0"/>
              <a:t>Update </a:t>
            </a:r>
            <a:r>
              <a:rPr lang="fr-FR" b="1" dirty="0" err="1"/>
              <a:t>your</a:t>
            </a:r>
            <a:r>
              <a:rPr lang="fr-FR" b="1" dirty="0"/>
              <a:t> package </a:t>
            </a:r>
            <a:r>
              <a:rPr lang="fr-FR" b="1" dirty="0" err="1" smtClean="0"/>
              <a:t>list</a:t>
            </a:r>
            <a:r>
              <a:rPr lang="fr-FR" b="1" dirty="0" smtClean="0"/>
              <a:t>           </a:t>
            </a:r>
            <a:r>
              <a:rPr lang="fr-FR" dirty="0" err="1" smtClean="0"/>
              <a:t>sudo</a:t>
            </a:r>
            <a:r>
              <a:rPr lang="fr-FR" dirty="0" smtClean="0"/>
              <a:t> </a:t>
            </a:r>
            <a:r>
              <a:rPr lang="fr-FR" dirty="0" err="1" smtClean="0"/>
              <a:t>apt</a:t>
            </a:r>
            <a:r>
              <a:rPr lang="fr-FR" dirty="0" smtClean="0"/>
              <a:t> update</a:t>
            </a:r>
          </a:p>
          <a:p>
            <a:pPr marL="457200" indent="-457200" algn="l">
              <a:buAutoNum type="arabicPeriod"/>
            </a:pPr>
            <a:r>
              <a:rPr lang="en-US" b="1" dirty="0"/>
              <a:t>Install </a:t>
            </a:r>
            <a:r>
              <a:rPr lang="en-US" b="1" dirty="0" err="1"/>
              <a:t>Git</a:t>
            </a:r>
            <a:r>
              <a:rPr lang="en-US" dirty="0"/>
              <a:t> by </a:t>
            </a:r>
            <a:r>
              <a:rPr lang="en-US" dirty="0" smtClean="0"/>
              <a:t>running                   </a:t>
            </a:r>
            <a:r>
              <a:rPr lang="en-US" dirty="0" err="1" smtClean="0"/>
              <a:t>sudo</a:t>
            </a:r>
            <a:r>
              <a:rPr lang="en-US" dirty="0" smtClean="0"/>
              <a:t> apt install </a:t>
            </a:r>
            <a:r>
              <a:rPr lang="en-US" dirty="0" err="1" smtClean="0"/>
              <a:t>git</a:t>
            </a:r>
            <a:endParaRPr lang="en-US" dirty="0" smtClean="0"/>
          </a:p>
          <a:p>
            <a:pPr algn="l"/>
            <a:endParaRPr lang="en-US" dirty="0" smtClean="0"/>
          </a:p>
          <a:p>
            <a:pPr algn="l"/>
            <a:r>
              <a:rPr lang="en-US" dirty="0" smtClean="0"/>
              <a:t>After completed the installation, open </a:t>
            </a:r>
            <a:r>
              <a:rPr lang="en-US" dirty="0" err="1" smtClean="0"/>
              <a:t>git</a:t>
            </a:r>
            <a:r>
              <a:rPr lang="en-US" dirty="0"/>
              <a:t> </a:t>
            </a:r>
            <a:r>
              <a:rPr lang="en-US" dirty="0" smtClean="0"/>
              <a:t>and run </a:t>
            </a:r>
            <a:r>
              <a:rPr lang="en-US" b="1" dirty="0" err="1" smtClean="0"/>
              <a:t>git</a:t>
            </a:r>
            <a:r>
              <a:rPr lang="en-US" b="1" dirty="0" smtClean="0"/>
              <a:t> version </a:t>
            </a:r>
          </a:p>
          <a:p>
            <a:pPr marL="457200" indent="-457200" algn="l">
              <a:buAutoNum type="arabicPeriod"/>
            </a:pPr>
            <a:endParaRPr lang="en-US" dirty="0"/>
          </a:p>
          <a:p>
            <a:pPr algn="l"/>
            <a:endParaRPr lang="en-US" dirty="0" smtClean="0"/>
          </a:p>
          <a:p>
            <a:pPr marL="457200" indent="-457200" algn="l">
              <a:buAutoNum type="arabicPeriod"/>
            </a:pPr>
            <a:endParaRPr lang="fr-FR" dirty="0" smtClean="0"/>
          </a:p>
          <a:p>
            <a:pPr algn="l"/>
            <a:endParaRPr lang="fr-FR" dirty="0" smtClean="0"/>
          </a:p>
        </p:txBody>
      </p:sp>
    </p:spTree>
    <p:extLst>
      <p:ext uri="{BB962C8B-B14F-4D97-AF65-F5344CB8AC3E}">
        <p14:creationId xmlns:p14="http://schemas.microsoft.com/office/powerpoint/2010/main" val="2207995904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11</Words>
  <Application>Microsoft Office PowerPoint</Application>
  <PresentationFormat>Grand écran</PresentationFormat>
  <Paragraphs>12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Thème Office</vt:lpstr>
      <vt:lpstr>Présentation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KAMILA</dc:creator>
  <cp:lastModifiedBy>KAMILA</cp:lastModifiedBy>
  <cp:revision>2</cp:revision>
  <dcterms:created xsi:type="dcterms:W3CDTF">2024-07-16T15:30:53Z</dcterms:created>
  <dcterms:modified xsi:type="dcterms:W3CDTF">2024-07-16T15:34:35Z</dcterms:modified>
</cp:coreProperties>
</file>